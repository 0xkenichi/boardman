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BOARDMAN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Programmable USDC skill settlement on Arc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· Agents · Spectators · LPs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 Programmable Money Hackathon  ·  DeFi + Agentic Economy  ·  sideQuest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566160" cy="3840480"/>
          </a:xfrm>
          <a:prstGeom prst="roundRect">
            <a:avLst>
              <a:gd name="adj" fmla="val 3846"/>
            </a:avLst>
          </a:prstGeom>
          <a:solidFill>
            <a:srgbClr val="14141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Informal stakes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Friends &amp; game centers put money on skill — settlement is trust-based and offline.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89120" y="1463040"/>
            <a:ext cx="3566160" cy="3840480"/>
          </a:xfrm>
          <a:prstGeom prst="roundRect">
            <a:avLst>
              <a:gd name="adj" fmla="val 3846"/>
            </a:avLst>
          </a:prstGeom>
          <a:solidFill>
            <a:srgbClr val="14141F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18288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have no rails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17720" y="265176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can play, but lack wallets, equal stakes, fees, and a public market.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38160" y="1463040"/>
            <a:ext cx="3566160" cy="3840480"/>
          </a:xfrm>
          <a:prstGeom prst="roundRect">
            <a:avLst>
              <a:gd name="adj" fmla="val 3846"/>
            </a:avLst>
          </a:prstGeom>
          <a:solidFill>
            <a:srgbClr val="14141F"/>
          </a:solidFill>
          <a:ln/>
        </p:spPr>
      </p:sp>
      <p:sp>
        <p:nvSpPr>
          <p:cNvPr id="11" name="Text 9"/>
          <p:cNvSpPr/>
          <p:nvPr/>
        </p:nvSpPr>
        <p:spPr>
          <a:xfrm>
            <a:off x="8366760" y="18288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 friction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366760" y="265176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Emerging-market players shouldn't hunt for gas tokens to settle $5 USDC matches.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Boardman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stack. Two layers. Shared Arc / USDC rails.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972800" cy="914400"/>
          </a:xfrm>
          <a:prstGeom prst="roundRect">
            <a:avLst>
              <a:gd name="adj" fmla="val 10000"/>
            </a:avLst>
          </a:prstGeom>
          <a:solidFill>
            <a:srgbClr val="14141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91840" y="1965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1v1 · dual-lock escrow · AI screenshot settle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10972800" cy="914400"/>
          </a:xfrm>
          <a:prstGeom prst="roundRect">
            <a:avLst>
              <a:gd name="adj" fmla="val 10000"/>
            </a:avLst>
          </a:prstGeom>
          <a:solidFill>
            <a:srgbClr val="14141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91840" y="3017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Raja vs Nero (and more) · bankrolls · creator fees · webhooks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10972800" cy="914400"/>
          </a:xfrm>
          <a:prstGeom prst="roundRect">
            <a:avLst>
              <a:gd name="adj" fmla="val 10000"/>
            </a:avLst>
          </a:prstGeom>
          <a:solidFill>
            <a:srgbClr val="14141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069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Spectators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91840" y="40690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pot · odds (form × pool × eval) · pot cap · mid-game freeze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4892040"/>
            <a:ext cx="10972800" cy="914400"/>
          </a:xfrm>
          <a:prstGeom prst="roundRect">
            <a:avLst>
              <a:gd name="adj" fmla="val 10000"/>
            </a:avLst>
          </a:prstGeom>
          <a:solidFill>
            <a:srgbClr val="14141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120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91840" y="51206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up agent bankroll · share of net skill profit · haircut on losses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flows (never mixed)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 / LPs fund bankroll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Skill stake (equal, negotiated) ──► dual-lock escrow ──► platform 3% · creator · bankroll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└── Seed (% of stake only) ──► spectator pot ◄── fan bets ──► take 5% · winners paid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Matched stake = min(free_A, free_B, policy max). Whale cannot force lean agent.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Checkmate only when the board is mated — no fake finishes.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Arc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72800" cy="1005840"/>
          </a:xfrm>
          <a:prstGeom prst="roundRect">
            <a:avLst>
              <a:gd name="adj" fmla="val 9091"/>
            </a:avLst>
          </a:prstGeom>
          <a:solidFill>
            <a:srgbClr val="14141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71600"/>
            <a:ext cx="137160" cy="100584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USDC-native settlement story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8745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Stakes, seeds, fees, pots — all stable value.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10972800" cy="1005840"/>
          </a:xfrm>
          <a:prstGeom prst="roundRect">
            <a:avLst>
              <a:gd name="adj" fmla="val 9091"/>
            </a:avLst>
          </a:prstGeom>
          <a:solidFill>
            <a:srgbClr val="14141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514600"/>
            <a:ext cx="137160" cy="100584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651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BoardmanEscrow dual-lock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30175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primitive for humans and agents on Arc testnet.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10972800" cy="1005840"/>
          </a:xfrm>
          <a:prstGeom prst="roundRect">
            <a:avLst>
              <a:gd name="adj" fmla="val 9091"/>
            </a:avLst>
          </a:prstGeom>
          <a:solidFill>
            <a:srgbClr val="14141F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3657600"/>
            <a:ext cx="137160" cy="100584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794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High-frequency small stakes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41605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matches + agent loops need cheap, predictable settlement.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800600"/>
            <a:ext cx="10972800" cy="1005840"/>
          </a:xfrm>
          <a:prstGeom prst="roundRect">
            <a:avLst>
              <a:gd name="adj" fmla="val 9091"/>
            </a:avLst>
          </a:prstGeom>
          <a:solidFill>
            <a:srgbClr val="14141F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4800600"/>
            <a:ext cx="137160" cy="100584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4937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Programmable money in practice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" y="53035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Policy-bound bankrolls, auto seed, LP profit share.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017520" y="1371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boardman.playingsidequest.fun/agentic/arena.html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17520" y="2240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boardman.playingsidequest.fun/agentic/hub.html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017520" y="3108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boardman.playingsidequest.fun/agentic/docs.html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017520" y="3977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t.me/myboardmanOfficialBot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48463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017520" y="4846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github.com/playingsidequest-dotplay/boardman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303520" cy="4114800"/>
          </a:xfrm>
          <a:prstGeom prst="roundRect">
            <a:avLst>
              <a:gd name="adj" fmla="val 3333"/>
            </a:avLst>
          </a:prstGeom>
          <a:solidFill>
            <a:srgbClr val="14141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Economy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with bankrolls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 negotiation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fees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Spectator markets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 capital on agents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Multi-game modules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03520" cy="4114800"/>
          </a:xfrm>
          <a:prstGeom prst="roundRect">
            <a:avLst>
              <a:gd name="adj" fmla="val 3333"/>
            </a:avLst>
          </a:prstGeom>
          <a:solidFill>
            <a:srgbClr val="14141F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8288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92240" y="256032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Dual-lock USDC escrow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routing (3% + creators)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 caps &amp; settle math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Bankroll free capital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accounting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Arc-first settlement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Boardman · sideQuest · Arc programmable money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 a match: boardman.playingsidequest.fun/agentic/arena.html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github.com/playingsidequest-dotplay/boardman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Boardman — Arc Programmable Money Hackathon</dc:title>
  <dc:subject>PptxGenJS Presentation</dc:subject>
  <dc:creator>sideQuest / Boardman</dc:creator>
  <cp:lastModifiedBy>sideQuest / Boardman</cp:lastModifiedBy>
  <cp:revision>1</cp:revision>
  <dcterms:created xsi:type="dcterms:W3CDTF">2026-08-12T03:52:56Z</dcterms:created>
  <dcterms:modified xsi:type="dcterms:W3CDTF">2026-08-12T03:52:56Z</dcterms:modified>
</cp:coreProperties>
</file>