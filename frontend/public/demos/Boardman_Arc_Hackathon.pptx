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3736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BOARDMAN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822960" y="26060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Programmable USDC skill settlement on Arc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22960" y="324612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Humans dual-lock stakes. Agents play at grandmaster strength.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Spectators stake any amount up to pot room. LPs fund bankrolls.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4663440"/>
            <a:ext cx="3840480" cy="502920"/>
          </a:xfrm>
          <a:prstGeom prst="roundRect">
            <a:avLst>
              <a:gd name="adj" fmla="val 14545"/>
            </a:avLst>
          </a:prstGeom>
          <a:solidFill>
            <a:srgbClr val="8B5CF6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473659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  +  Agentic Economy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 submission · Encode Club · Arc Programmable Money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114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1234440"/>
            <a:ext cx="10698480" cy="1371600"/>
          </a:xfrm>
          <a:prstGeom prst="roundRect">
            <a:avLst>
              <a:gd name="adj" fmla="val 8000"/>
            </a:avLst>
          </a:prstGeom>
          <a:solidFill>
            <a:srgbClr val="12121C"/>
          </a:solidFill>
          <a:ln/>
          <a:effectLst>
            <a:outerShdw sx="100000" sy="100000" kx="0" ky="0" algn="bl" rotWithShape="0" blurRad="152400" dist="38100" dir="162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155448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920240" y="15087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Informal skill stakes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920240" y="19202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Friends and game centers already put money on skill — settlement is trust and cash.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2788920"/>
            <a:ext cx="10698480" cy="1371600"/>
          </a:xfrm>
          <a:prstGeom prst="roundRect">
            <a:avLst>
              <a:gd name="adj" fmla="val 8000"/>
            </a:avLst>
          </a:prstGeom>
          <a:solidFill>
            <a:srgbClr val="12121C"/>
          </a:solidFill>
          <a:ln/>
          <a:effectLst>
            <a:outerShdw sx="100000" sy="100000" kx="0" ky="0" algn="bl" rotWithShape="0" blurRad="152400" dist="38100" dir="162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60120" y="310896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920240" y="30632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have no money rails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920240" y="34747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can play chess, but lacks bankrolls, equal stakes, fees, and a public market.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4343400"/>
            <a:ext cx="10698480" cy="1371600"/>
          </a:xfrm>
          <a:prstGeom prst="roundRect">
            <a:avLst>
              <a:gd name="adj" fmla="val 8000"/>
            </a:avLst>
          </a:prstGeom>
          <a:solidFill>
            <a:srgbClr val="12121C"/>
          </a:solidFill>
          <a:ln/>
          <a:effectLst>
            <a:outerShdw sx="100000" sy="100000" kx="0" ky="0" algn="bl" rotWithShape="0" blurRad="152400" dist="38100" dir="162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60120" y="466344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1920240" y="46177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 friction kills UX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920240" y="50292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Emerging-market players shouldn’t hunt gas tokens to settle a $5 USDC match.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Boardman · sideQuest · Arc Programmable Money Hackathon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114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stack. Two layers.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9601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Arc / USDC rails for humans and agents.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2788920" cy="4389120"/>
          </a:xfrm>
          <a:prstGeom prst="roundRect">
            <a:avLst>
              <a:gd name="adj" fmla="val 3934"/>
            </a:avLst>
          </a:prstGeom>
          <a:solidFill>
            <a:srgbClr val="12121C"/>
          </a:solidFill>
          <a:ln/>
          <a:effectLst>
            <a:outerShdw sx="100000" sy="100000" kx="0" ky="0" algn="bl" rotWithShape="0" blurRad="152400" dist="38100" dir="162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1691640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233172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Telegram 1v1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97180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Dual-lock escrow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361188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AI screenshot settle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425196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BoardmanEscrow on Arc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429000" y="1463040"/>
            <a:ext cx="2788920" cy="4389120"/>
          </a:xfrm>
          <a:prstGeom prst="roundRect">
            <a:avLst>
              <a:gd name="adj" fmla="val 3934"/>
            </a:avLst>
          </a:prstGeom>
          <a:solidFill>
            <a:srgbClr val="12121C"/>
          </a:solidFill>
          <a:ln/>
          <a:effectLst>
            <a:outerShdw sx="100000" sy="100000" kx="0" ky="0" algn="bl" rotWithShape="0" blurRad="152400" dist="38100" dir="162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611880" y="1691640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611880" y="233172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Raja &amp; Nero (GM Stockfish)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11880" y="297180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Bankrolls + policies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11880" y="361188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Creator fees on wins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11880" y="425196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Webhook BYO agents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55080" y="1463040"/>
            <a:ext cx="2788920" cy="4389120"/>
          </a:xfrm>
          <a:prstGeom prst="roundRect">
            <a:avLst>
              <a:gd name="adj" fmla="val 3934"/>
            </a:avLst>
          </a:prstGeom>
          <a:solidFill>
            <a:srgbClr val="12121C"/>
          </a:solidFill>
          <a:ln/>
          <a:effectLst>
            <a:outerShdw sx="100000" sy="100000" kx="0" ky="0" algn="bl" rotWithShape="0" blurRad="152400" dist="38100" dir="16200000">
              <a:srgbClr val="000000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37960" y="1691640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Spectators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537960" y="233172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Any stake ≤ pot room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37960" y="297180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Slider + custom amount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37960" y="361188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Live odds (form×pool×eval)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537960" y="425196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Cap freezes market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281160" y="1463040"/>
            <a:ext cx="2788920" cy="4389120"/>
          </a:xfrm>
          <a:prstGeom prst="roundRect">
            <a:avLst>
              <a:gd name="adj" fmla="val 3934"/>
            </a:avLst>
          </a:prstGeom>
          <a:solidFill>
            <a:srgbClr val="12121C"/>
          </a:solidFill>
          <a:ln/>
          <a:effectLst>
            <a:outerShdw sx="100000" sy="100000" kx="0" ky="0" algn="bl" rotWithShape="0" blurRad="152400" dist="38100" dir="16200000">
              <a:srgbClr val="000000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464040" y="1691640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LPs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464040" y="233172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Top up agent bankroll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464040" y="297180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Share of skill profit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464040" y="361188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Haircut on losses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464040" y="425196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Not the bet pot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Boardman · sideQuest · Arc Programmable Money Hackathon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114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Money never mixes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1188720"/>
            <a:ext cx="10698480" cy="4754880"/>
          </a:xfrm>
          <a:prstGeom prst="roundRect">
            <a:avLst>
              <a:gd name="adj" fmla="val 2308"/>
            </a:avLst>
          </a:prstGeom>
          <a:solidFill>
            <a:srgbClr val="12121C"/>
          </a:solidFill>
          <a:ln/>
          <a:effectLst>
            <a:outerShdw sx="100000" sy="100000" kx="0" ky="0" algn="bl" rotWithShape="0" blurRad="152400" dist="38100" dir="162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51560" y="1463040"/>
            <a:ext cx="1005840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1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Owner / LPs fund agent bankroll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A1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│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A1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├── Equal skill stake (negotiated free capital)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A1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│         → dual-lock escrow → platform 3% · creator · bankroll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A1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│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A1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└── Seed = small % of stake only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A1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→ spectator pot ◄── fans stake any $ ≤ room left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A1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→ take ~5% · winning bettors paid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A1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Matched stake = min(free_A, free_B, max policy). Whale cannot force lean agent.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A1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Checkmate only when the board is mated. Agents play pure Stockfish GM depth.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Boardman · sideQuest · Arc Programmable Money Hackathon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114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Arc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1143000"/>
            <a:ext cx="10698480" cy="1051560"/>
          </a:xfrm>
          <a:prstGeom prst="roundRect">
            <a:avLst>
              <a:gd name="adj" fmla="val 10435"/>
            </a:avLst>
          </a:prstGeom>
          <a:solidFill>
            <a:srgbClr val="12121C"/>
          </a:solidFill>
          <a:ln/>
          <a:effectLst>
            <a:outerShdw sx="100000" sy="100000" kx="0" ky="0" algn="bl" rotWithShape="0" blurRad="152400" dist="38100" dir="162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143000"/>
            <a:ext cx="109728" cy="105156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1325880"/>
            <a:ext cx="9875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USDC-native settlement story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43000" y="1691640"/>
            <a:ext cx="9875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Stakes, seeds, spectator pots, LP claims — all stable value.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2331720"/>
            <a:ext cx="10698480" cy="1051560"/>
          </a:xfrm>
          <a:prstGeom prst="roundRect">
            <a:avLst>
              <a:gd name="adj" fmla="val 10435"/>
            </a:avLst>
          </a:prstGeom>
          <a:solidFill>
            <a:srgbClr val="12121C"/>
          </a:solidFill>
          <a:ln/>
          <a:effectLst>
            <a:outerShdw sx="100000" sy="100000" kx="0" ky="0" algn="bl" rotWithShape="0" blurRad="152400" dist="38100" dir="162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331720"/>
            <a:ext cx="109728" cy="105156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2514600"/>
            <a:ext cx="9875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escrow primitive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143000" y="2880360"/>
            <a:ext cx="9875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Humans and agents dual-lock the same way on Arc testnet.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520440"/>
            <a:ext cx="10698480" cy="1051560"/>
          </a:xfrm>
          <a:prstGeom prst="roundRect">
            <a:avLst>
              <a:gd name="adj" fmla="val 10435"/>
            </a:avLst>
          </a:prstGeom>
          <a:solidFill>
            <a:srgbClr val="12121C"/>
          </a:solidFill>
          <a:ln/>
          <a:effectLst>
            <a:outerShdw sx="100000" sy="100000" kx="0" ky="0" algn="bl" rotWithShape="0" blurRad="152400" dist="38100" dir="162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3520440"/>
            <a:ext cx="109728" cy="105156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5" name="Text 13"/>
          <p:cNvSpPr/>
          <p:nvPr/>
        </p:nvSpPr>
        <p:spPr>
          <a:xfrm>
            <a:off x="1143000" y="3703320"/>
            <a:ext cx="9875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High-frequency small stakes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143000" y="4069080"/>
            <a:ext cx="9875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loops + skill matches need cheap, predictable settlement.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1520" y="4709160"/>
            <a:ext cx="10698480" cy="1051560"/>
          </a:xfrm>
          <a:prstGeom prst="roundRect">
            <a:avLst>
              <a:gd name="adj" fmla="val 10435"/>
            </a:avLst>
          </a:prstGeom>
          <a:solidFill>
            <a:srgbClr val="12121C"/>
          </a:solidFill>
          <a:ln/>
          <a:effectLst>
            <a:outerShdw sx="100000" sy="100000" kx="0" ky="0" algn="bl" rotWithShape="0" blurRad="152400" dist="38100" dir="162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31520" y="4709160"/>
            <a:ext cx="109728" cy="105156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9" name="Text 17"/>
          <p:cNvSpPr/>
          <p:nvPr/>
        </p:nvSpPr>
        <p:spPr>
          <a:xfrm>
            <a:off x="1143000" y="4892040"/>
            <a:ext cx="9875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Programmable policy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143000" y="5257800"/>
            <a:ext cx="9875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capital, seed bps, pot caps, creator fees, LP profit share.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Boardman · sideQuest · Arc Programmable Money Hackathon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114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1097280"/>
            <a:ext cx="10698480" cy="822960"/>
          </a:xfrm>
          <a:prstGeom prst="roundRect">
            <a:avLst>
              <a:gd name="adj" fmla="val 13333"/>
            </a:avLst>
          </a:prstGeom>
          <a:solidFill>
            <a:srgbClr val="12121C"/>
          </a:solidFill>
          <a:ln/>
          <a:effectLst>
            <a:outerShdw sx="100000" sy="100000" kx="0" ky="0" algn="bl" rotWithShape="0" blurRad="152400" dist="38100" dir="162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13258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Arena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743200" y="12070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boardman.playingsidequest.fun/agentic/arena.html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43200" y="15361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 GM agents · stake any amount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2057400"/>
            <a:ext cx="10698480" cy="822960"/>
          </a:xfrm>
          <a:prstGeom prst="roundRect">
            <a:avLst>
              <a:gd name="adj" fmla="val 13333"/>
            </a:avLst>
          </a:prstGeom>
          <a:solidFill>
            <a:srgbClr val="12121C"/>
          </a:solidFill>
          <a:ln/>
          <a:effectLst>
            <a:outerShdw sx="100000" sy="100000" kx="0" ky="0" algn="bl" rotWithShape="0" blurRad="152400" dist="38100" dir="162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05840" y="22860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743200" y="216712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boardman.playingsidequest.fun/demos/boardman-hackathon-demo.webm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743200" y="24963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walkthrough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3017520"/>
            <a:ext cx="10698480" cy="822960"/>
          </a:xfrm>
          <a:prstGeom prst="roundRect">
            <a:avLst>
              <a:gd name="adj" fmla="val 13333"/>
            </a:avLst>
          </a:prstGeom>
          <a:solidFill>
            <a:srgbClr val="12121C"/>
          </a:solidFill>
          <a:ln/>
          <a:effectLst>
            <a:outerShdw sx="100000" sy="100000" kx="0" ky="0" algn="bl" rotWithShape="0" blurRad="152400" dist="38100" dir="162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005840" y="32461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743200" y="312724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boardman.playingsidequest.fun/demos/Boardman_Arc_Hackathon.pptx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743200" y="34564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presentation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3977640"/>
            <a:ext cx="10698480" cy="822960"/>
          </a:xfrm>
          <a:prstGeom prst="roundRect">
            <a:avLst>
              <a:gd name="adj" fmla="val 13333"/>
            </a:avLst>
          </a:prstGeom>
          <a:solidFill>
            <a:srgbClr val="12121C"/>
          </a:solidFill>
          <a:ln/>
          <a:effectLst>
            <a:outerShdw sx="100000" sy="100000" kx="0" ky="0" algn="bl" rotWithShape="0" blurRad="152400" dist="38100" dir="162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005840" y="42062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743200" y="408736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github.com/playingsidequest-dotplay/boardman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2743200" y="44165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repo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1520" y="4937760"/>
            <a:ext cx="10698480" cy="822960"/>
          </a:xfrm>
          <a:prstGeom prst="roundRect">
            <a:avLst>
              <a:gd name="adj" fmla="val 13333"/>
            </a:avLst>
          </a:prstGeom>
          <a:solidFill>
            <a:srgbClr val="12121C"/>
          </a:solidFill>
          <a:ln/>
          <a:effectLst>
            <a:outerShdw sx="100000" sy="100000" kx="0" ky="0" algn="bl" rotWithShape="0" blurRad="152400" dist="38100" dir="162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005840" y="51663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743200" y="50474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t.me/myboardmanOfficialBot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2743200" y="53766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skill path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Boardman · sideQuest · Arc Programmable Money Hackathon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114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1280160"/>
            <a:ext cx="5212080" cy="4480560"/>
          </a:xfrm>
          <a:prstGeom prst="roundRect">
            <a:avLst>
              <a:gd name="adj" fmla="val 2449"/>
            </a:avLst>
          </a:prstGeom>
          <a:solidFill>
            <a:srgbClr val="12121C"/>
          </a:solidFill>
          <a:ln/>
          <a:effectLst>
            <a:outerShdw sx="100000" sy="100000" kx="0" ky="0" algn="bl" rotWithShape="0" blurRad="152400" dist="38100" dir="162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51560" y="160020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Economy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51560" y="2286000"/>
            <a:ext cx="46634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Stockfish agents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Bankrolls &amp; negotiation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 fees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Spectator markets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capital on agents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Multi-game modules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63640" y="1280160"/>
            <a:ext cx="5212080" cy="4480560"/>
          </a:xfrm>
          <a:prstGeom prst="roundRect">
            <a:avLst>
              <a:gd name="adj" fmla="val 2449"/>
            </a:avLst>
          </a:prstGeom>
          <a:solidFill>
            <a:srgbClr val="12121C"/>
          </a:solidFill>
          <a:ln/>
          <a:effectLst>
            <a:outerShdw sx="100000" sy="100000" kx="0" ky="0" algn="bl" rotWithShape="0" blurRad="152400" dist="38100" dir="162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160020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583680" y="2286000"/>
            <a:ext cx="46634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Dual-lock USDC escrow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routing (3% + creators)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 caps &amp; room limits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Free-capital staking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accounting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Arc-first settlement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Boardman · sideQuest · Arc Programmable Money Hackathon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0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1031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301752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 a match · stake custom amounts · watch GM agents fight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3749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boardman.playingsidequest.fun/agentic/arena.html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42976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github.com/playingsidequest-dotplay/boardman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sideQuest · Boardman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Boardman — Arc Programmable Money Hackathon</dc:title>
  <dc:subject>PptxGenJS Presentation</dc:subject>
  <dc:creator>sideQuest / Boardman</dc:creator>
  <cp:lastModifiedBy>sideQuest / Boardman</cp:lastModifiedBy>
  <cp:revision>1</cp:revision>
  <dcterms:created xsi:type="dcterms:W3CDTF">2026-08-12T04:21:51Z</dcterms:created>
  <dcterms:modified xsi:type="dcterms:W3CDTF">2026-08-12T04:21:51Z</dcterms:modified>
</cp:coreProperties>
</file>