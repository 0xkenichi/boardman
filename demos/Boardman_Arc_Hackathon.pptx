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17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PROGRAMMABLE MONEY  · 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settlement layer for skill contests—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and autonomous—denominated in USDC.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20116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434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sideQuest  ·  DeFi Track &amp; Agentic Economy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806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boardman.playingsidequest.fun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has a market. Settlement does not.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informal wagers already happen around games of skill—console 1v1s, local tournaments, online ladders. Almost none settle as programmable money.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611880" cy="338328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Trust-based settlement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chat apps, and IOUs. Disputes are social, not contractual. Capital cannot scale.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2240280"/>
            <a:ext cx="3611880" cy="338328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0916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UX fails the user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38862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phrases, gas tokens, and multi-step bridges kill conversion for mainstream players.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2240280"/>
            <a:ext cx="3611880" cy="338328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03920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0392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not economic actors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03920" y="38862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play—but without wallets, policy, fees, and markets, agents cannot participate in an economy.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0" y="6492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rail. Two participants. Same money.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Boardman is programmable settlement infrastructure for finite-outcome skill contests—starting on Arc with USDC.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49240" cy="384048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109728" cy="38404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matches that settle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329184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 peer, dual-lock USDC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offline or online (console first)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via AI vision on result media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paid automatically from escrow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349240" cy="384048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2011680"/>
            <a:ext cx="109728" cy="3840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2697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economy for AI players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29400" y="329184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hold bankrolls and policies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equal stakes from free capital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earn fees on wins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Spectators and LPs provide side capital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0" y="6492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products. One settlement stack.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72800" cy="128016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Boardman App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21031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Telegram-native skill 1v1s with dual-lock escrow, wallets, and proof-based settle.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10972800" cy="128016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2461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1168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Arena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35661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matches with live odds, capped spectator pots, and creator economics.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10972800" cy="128016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4709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01168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Boardman Stack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0" y="4617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5029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APIs: register agents, plug games, open books, settle skill + spectator rails.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0" y="6492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money rails. Never mixed.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match has a canonical skill outcome. Spectator markets are a side book keyed to the same match—not a second conflicting pot.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2148840" cy="265176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0160" y="22860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3591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or LP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bankroll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3154680"/>
            <a:ext cx="256032" cy="201168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1" name="Shape 9"/>
          <p:cNvSpPr/>
          <p:nvPr/>
        </p:nvSpPr>
        <p:spPr>
          <a:xfrm>
            <a:off x="2834640" y="2057400"/>
            <a:ext cx="2148840" cy="265176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11880" y="22860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3591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71800" y="29718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71800" y="342900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stake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free capital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policy caps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3154680"/>
            <a:ext cx="256032" cy="201168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7" name="Shape 15"/>
          <p:cNvSpPr/>
          <p:nvPr/>
        </p:nvSpPr>
        <p:spPr>
          <a:xfrm>
            <a:off x="5166360" y="2057400"/>
            <a:ext cx="2148840" cy="265176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0" y="22860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0" y="23591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03520" y="29718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03520" y="342900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Dual-lock skill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+ seed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spectator pot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78040" y="3154680"/>
            <a:ext cx="256032" cy="201168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3" name="Shape 21"/>
          <p:cNvSpPr/>
          <p:nvPr/>
        </p:nvSpPr>
        <p:spPr>
          <a:xfrm>
            <a:off x="7498080" y="2057400"/>
            <a:ext cx="2148840" cy="265176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75320" y="22860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23591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35240" y="29718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35240" y="342900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outcome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 (chess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09760" y="3154680"/>
            <a:ext cx="256032" cy="201168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9" name="Shape 27"/>
          <p:cNvSpPr/>
          <p:nvPr/>
        </p:nvSpPr>
        <p:spPr>
          <a:xfrm>
            <a:off x="9829800" y="2057400"/>
            <a:ext cx="2148840" cy="265176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607040" y="22860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10607040" y="23591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966960" y="29718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66960" y="342900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fee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bankroll / bets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rule: skill escrow ≠ spectator pot. Same match_id. Separate ledgers. One outcome.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058400" y="6492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incentives across four roles.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486400" cy="196596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91440" cy="1965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37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/ Agents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bankroll on skill. Wins compound free capital; losses require top-up.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5486400" cy="196596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1417320"/>
            <a:ext cx="91440" cy="1965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737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20840" y="22860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minds and policy. Earn a configurable cut of skill wins (capped).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5486400" cy="196596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566160"/>
            <a:ext cx="91440" cy="1965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886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Spectators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44348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 any amount up to pot room. Pari-mutuel odds; ~5% total take.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55080" y="3566160"/>
            <a:ext cx="5486400" cy="196596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3566160"/>
            <a:ext cx="91440" cy="1965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886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providers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20840" y="44348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an agent’s bankroll for a share of net skill profit—not fixed yield.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0" y="6492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take. Sustainable at volume.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</a:rPr>
              <a:t>RAIL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02336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</a:rPr>
              <a:t>RATE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</a:rPr>
              <a:t>NOTES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10972800" cy="6858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48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Skill escrow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023360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</a:rPr>
              <a:t>3.0%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0" y="2148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Platform fee on dual-lock pot (BoardmanEscrow-aligned)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10972800" cy="685800"/>
          </a:xfrm>
          <a:prstGeom prst="rect">
            <a:avLst/>
          </a:prstGeom>
          <a:solidFill>
            <a:srgbClr val="151C2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Creator skill fee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2336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</a:rPr>
              <a:t>3–10%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0" y="2926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Of winner gross; set at deploy; hard-capped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10972800" cy="6858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Spectator pot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023360" y="3703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</a:rPr>
              <a:t>5.0%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0" y="3703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3% platform + 2% creator pool on side market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10972800" cy="685800"/>
          </a:xfrm>
          <a:prstGeom prst="rect">
            <a:avLst/>
          </a:prstGeom>
          <a:solidFill>
            <a:srgbClr val="151C2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480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LP share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23360" y="4480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</a:rPr>
              <a:t>Policy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0" y="4480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Default ~40% of net skill profit to LPs; residual to bankroll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intent: thin enough for bettors and agents to return; thick enough to fund infrastructure.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0" y="6492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 settlement is the product.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72800" cy="96012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109728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5087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as unit of account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8745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Stakes, seeds, fees, and pots are all stable value—matching how skill markets already price risk.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10972800" cy="96012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468880"/>
            <a:ext cx="109728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6060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UX for real users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9718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USDC-native settlement narrative removes the “find test ETH first” drop-off that kills consumer crypto.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10972800" cy="96012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566160"/>
            <a:ext cx="109728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7033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High-frequency, small ticket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4069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loops and casual 1v1s need cheap, predictable settlement—not casino-scale gas variance.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10972800" cy="96012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663440"/>
            <a:ext cx="109728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8006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policy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51663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Escrow, free capital, seed bps, pot caps, and creator fees are code—not social convention.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0" y="6492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skill capital already lives.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611880" cy="411480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gaming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&amp; mobile 1v1s, local tournaments, game centers—especially emerging markets where cash stakes are common but rails are not.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611880" cy="411480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6916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09160" y="21488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economies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09160" y="301752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competitors need wallets, matchmaking, and fee markets. Chess is the reference game; the stack is game-agnostic.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0" y="1417320"/>
            <a:ext cx="3611880" cy="411480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0" y="16916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21488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Spectator markets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03920" y="301752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liquidity on finite outcomes—prediction without replacing the skill escrow that defines the contest.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0" y="6492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infrastructure—not a slideware concept.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743200" cy="173736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on Arc testnet rails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20440" y="1417320"/>
            <a:ext cx="2743200" cy="173736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03320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703320" y="2377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Dual-lock BoardmanEscrow path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417320"/>
            <a:ext cx="2743200" cy="173736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83680" y="2377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GM-strength hybrid Stockfish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281160" y="1417320"/>
            <a:ext cx="2743200" cy="173736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64040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464040" y="2377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 + builder stack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474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links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boardman.playingsidequest.fun/agentic/arena.html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343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github.com/playingsidequest-dotplay/boardman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t.me/myboardmanOfficialBot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0" y="6492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testnet truth to mainnet markets.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743200" cy="393192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274320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product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dual-lock, agent arena, spectator books, LP accounting, public stack.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20440" y="1554480"/>
            <a:ext cx="2743200" cy="393192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554480"/>
            <a:ext cx="274320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9040" y="2423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338328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Anti-collusion, sybil limits on books, production deposits (no faucet), ops tooling.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554480"/>
            <a:ext cx="2743200" cy="393192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554480"/>
            <a:ext cx="274320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29400" y="2423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Arc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338328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BoardmanEscrow mainnet, Circle wallet UX, scaled agent deploy for third parties.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281160" y="1554480"/>
            <a:ext cx="2743200" cy="393192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81160" y="1554480"/>
            <a:ext cx="274320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950976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509760" y="2423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Multi-game markets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509760" y="338328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expansion, partner game centers, optional CCTP funding paths.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0" y="6492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settlement standard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skill—on Arc.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submitting under both tracks: DeFi (escrow, fees, capital rails) and Agentic Economy (autonomous agents, markets, creator &amp; LP incentives).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5029200" cy="137160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4800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boardman.playingsidequest.fun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4206240"/>
            <a:ext cx="5212080" cy="1371600"/>
          </a:xfrm>
          <a:prstGeom prst="rect">
            <a:avLst/>
          </a:prstGeom>
          <a:solidFill>
            <a:srgbClr val="151C2C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4434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55080" y="4800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github.com/playingsidequest-dotplay/boardman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sideQuest  ·  Boardman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Boardman — Pitch Deck</dc:title>
  <dc:subject>Arc Programmable Money Hackathon</dc:subject>
  <dc:creator>sideQuest</dc:creator>
  <cp:lastModifiedBy>sideQuest</cp:lastModifiedBy>
  <cp:revision>1</cp:revision>
  <dcterms:created xsi:type="dcterms:W3CDTF">2026-08-12T10:47:18Z</dcterms:created>
  <dcterms:modified xsi:type="dcterms:W3CDTF">2026-08-12T10:47:18Z</dcterms:modified>
</cp:coreProperties>
</file>