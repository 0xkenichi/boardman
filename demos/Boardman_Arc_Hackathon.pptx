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80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 ·  ARC PROGRAMMABLE MONEY  · 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USDC settlement for skill contests—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in Telegram, agents on Boardman Stack.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18288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114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Track  +  Agentic Economy Track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boardman.playingsidequest.fun  ·  t.me/myboardmanOfficialBot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capital is huge. Settlement is broken.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already stake console, mobile, and local games. Money sits in chat apps, cash, or trust. Agents can play—but have no bankroll economy.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611880" cy="356616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stakes are informal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IOUs and group-chat “hold my money.” Disputes are social. No dual-lock, no proof, no compound capital.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2103120"/>
            <a:ext cx="3611880" cy="356616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0916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UX kills play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7947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phrases, gas tokens, bridges. Mainstream players drop before the first match locks.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2103120"/>
            <a:ext cx="3611880" cy="356616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03920" y="2377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aren’t economic actors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03920" y="37947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move pieces. Without wallets, policy, fees, and markets, agents can’t join an economy.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settlement layer. Two ways to play.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 is programmable money for finite-outcome skill contests on Arc (USDC). Same dual-lock primitive for humans and agents.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49240" cy="3886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109728" cy="3886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 ·  TELEGRAM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↔ human skill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51560" y="31089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bot + community group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challenges — claim open matches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1v1s — challenge a friend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Dual-lock USDC · play · AI proof · settle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49240" cy="3886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965960"/>
            <a:ext cx="109728" cy="3886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·  BOARDMAN STACK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560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economy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29400" y="31089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with bankrolls &amp;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Negotiated equal skill stakes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fees · LPs · spectator pots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stack: manifests + webhooks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is the boardroom.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skill stakes already live — chat. Boardman turns that into dual-lock USDC, without forcing a new app install.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148840" cy="32004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214884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2128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bot → Get USDC → fund wallet (testnet faucet path live).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88920" y="1920240"/>
            <a:ext cx="2148840" cy="32004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14884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2128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8803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room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38328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group + live rooms. Post an open challenge; others claim (fastest fingers).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4920" y="1920240"/>
            <a:ext cx="2148840" cy="32004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52160" y="214884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0" y="22128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12080" y="28803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1v1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2080" y="338328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 friend by Telegram identity. Accept → both dual-lock.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1920240"/>
            <a:ext cx="2148840" cy="32004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8160" y="214884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22128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28803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0" y="338328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/ real skill game offline. Submit full-time photo proof.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46920" y="1920240"/>
            <a:ext cx="2148840" cy="32004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424160" y="2148840"/>
            <a:ext cx="502920" cy="5029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7" name="Text 25"/>
          <p:cNvSpPr/>
          <p:nvPr/>
        </p:nvSpPr>
        <p:spPr>
          <a:xfrm>
            <a:off x="10424160" y="22128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784080" y="28803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84080" y="338328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outcome → BoardmanEscrow pays winner in USDC.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t.me/myboardmanOfficialBot   ·   Community / public challenges live in Telegram group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hold capital—and risk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486400" cy="20116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17320"/>
            <a:ext cx="91440" cy="20116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Bankroll policy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stake, reserve, seed bps. Whale vs lean agent → equal stake from free capital.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417320"/>
            <a:ext cx="5486400" cy="20116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55080" y="1417320"/>
            <a:ext cx="91440" cy="20116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≠ spectator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20840" y="2331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Dual-lock skill pot separate from fan book. One match_id, two ledgers.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486400" cy="20116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611880"/>
            <a:ext cx="91440" cy="20116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&amp; LPs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4526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fee on wins. LPs top up bankroll for a share of net skill profit.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55080" y="3611880"/>
            <a:ext cx="5486400" cy="20116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5080" y="3611880"/>
            <a:ext cx="91440" cy="20116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agents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20840" y="4526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 (attack) vs Nero (defense). Stockfish + strategy; optional free LLM plus.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judges can open today.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72800" cy="13258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11680" y="16276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Boardman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503920" y="1664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+ community group. Public challenges, private friend 1v1s, dual-lock, proof, settle.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10972800" cy="13258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200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11680" y="30906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Arena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503920" y="3127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566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Raja vs Nero, spectator bets, creator desk, LP, negotiated stake.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972800" cy="13258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663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011680" y="455371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 Stack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03920" y="4590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agents, webhooks, multi-game catalog, economy APIs, developer docs.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money rails. Never mixed.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escrow defines the contest. Spectator markets are a side book. Humans and agents both dual-lock skill USDC.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148840" cy="2743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21945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agent bankroll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 optional LP)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2148840" cy="2743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11880" y="21945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7180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71800" y="333756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claim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private accept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(Telegram / API)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66360" y="1965960"/>
            <a:ext cx="2148840" cy="2743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0" y="21945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33756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BoardmanEscrow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dual-lock skill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on Arc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98080" y="1965960"/>
            <a:ext cx="2148840" cy="2743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75320" y="21945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827532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3524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35240" y="333756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skill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829800" y="1965960"/>
            <a:ext cx="2148840" cy="274320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607040" y="21945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96696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966960" y="333756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/ outcome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· payout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back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rule: skill escrow ≠ spectator pot. Same match. Separate ledgers. One outcome.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take across roles.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44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RAIL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206240" y="14447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RATE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35040" y="144475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NOTES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10972800" cy="7315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Skill escrow (platform)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3%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35040" y="2121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Aligned with BoardmanEscrow dual-lock pot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10972800" cy="731520"/>
          </a:xfrm>
          <a:prstGeom prst="rect">
            <a:avLst/>
          </a:prstGeom>
          <a:solidFill>
            <a:srgbClr val="151C2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9443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Creator skill fee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29443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3–10%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35040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Of winner gross; set at agent deploy; capped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7673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Spectator pot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3767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~5%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35040" y="37673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Side book: platform + creator pool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972800" cy="731520"/>
          </a:xfrm>
          <a:prstGeom prst="rect">
            <a:avLst/>
          </a:prstGeom>
          <a:solidFill>
            <a:srgbClr val="151C2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590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LP share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06240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Policy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03504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Share of net skill profit for bankroll backers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 is the product.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10972800" cy="96012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25880"/>
            <a:ext cx="10972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4630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as unit of account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8288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Stakes, seeds, fees, pots — stable value matching how skill markets already price risk.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10972800" cy="96012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423160"/>
            <a:ext cx="10972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5603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+ agent UX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2926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“find gas ETH first” drop-off. Telegram humans and autonomous loops need predictable settlement.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10972800" cy="96012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520440"/>
            <a:ext cx="10972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657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policy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0233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free capital, seed bps, pot caps, creator fees are code — not group-chat convention.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972800" cy="96012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17720"/>
            <a:ext cx="10972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7548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 story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1206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and agents share the dual-lock primitive on Arc testnet today; mainnet path is clear.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rails—not slideware.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0" cy="1691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+ community challenges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371600"/>
            <a:ext cx="2743200" cy="1691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1691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BoardmanEscrow dual-lock Arc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2743200" cy="1691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691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bets · creator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281160" y="1371600"/>
            <a:ext cx="2743200" cy="1691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0" y="1691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418320" y="22860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 + builder docs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t.me/myboardmanOfficialBot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251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boardman.playingsidequest.fun/agentic/arena.html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github.com/playingsidequest-dotplay/boardman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 truth → mainnet markets.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743200" cy="3977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27432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 product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375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humans, agent arena, spectator books, LP accounting, public stack.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20440" y="1508760"/>
            <a:ext cx="2743200" cy="3977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0440" y="1508760"/>
            <a:ext cx="27432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49040" y="33375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Anti-abuse on public rooms, production deposits, ops tooling, better proof UX.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508760"/>
            <a:ext cx="2743200" cy="3977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1508760"/>
            <a:ext cx="27432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2940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Arc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33375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BoardmanEscrow mainnet, Circle wallet UX, third-party agent deploy at scale.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281160" y="1508760"/>
            <a:ext cx="2743200" cy="397764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1160" y="1508760"/>
            <a:ext cx="27432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2377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Multi-game markets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509760" y="33375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partner game centers; optional multi-rail funding.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BOARDMAN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0" y="64922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sideQuest  ·  Encode Arc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0" y="64922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skill—human and agent—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Arc with Boardman.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DeFi (escrow, fees, capital rails) and Agentic Economy (autonomous agents, markets, creators &amp; LPs). Accelerator: scale Telegram rooms + agent stack with Encode network.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114800"/>
            <a:ext cx="5029200" cy="13258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4297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Live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6634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8BFA"/>
                </a:solidFill>
              </a:rPr>
              <a:t>boardman.playingsidequest.fun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78BFA"/>
                </a:solidFill>
              </a:rPr>
              <a:t>t.me/myboardmanOfficialBot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114800"/>
            <a:ext cx="5212080" cy="1325880"/>
          </a:xfrm>
          <a:prstGeom prst="rect">
            <a:avLst/>
          </a:prstGeom>
          <a:solidFill>
            <a:srgbClr val="151C2C"/>
          </a:solidFill>
          <a:ln/>
          <a:effectLst>
            <a:outerShdw sx="100000" sy="100000" kx="0" ky="0" algn="bl" rotWithShape="0" blurRad="2286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55080" y="42976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Code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55080" y="4709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</a:rPr>
              <a:t>github.com/playingsidequest-dotplay/boardman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sideQuest  ·  Boardman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Boardman — Pitch Deck</dc:title>
  <dc:subject>Encode Arc · DeFi + Agentic Economy</dc:subject>
  <dc:creator>sideQuest</dc:creator>
  <cp:lastModifiedBy>sideQuest</cp:lastModifiedBy>
  <cp:revision>1</cp:revision>
  <dcterms:created xsi:type="dcterms:W3CDTF">2026-08-12T11:48:50Z</dcterms:created>
  <dcterms:modified xsi:type="dcterms:W3CDTF">2026-08-12T11:48:50Z</dcterms:modified>
</cp:coreProperties>
</file>