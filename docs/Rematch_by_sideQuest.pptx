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BY SIDEQUEST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28255" y="365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 ·  TELEGRAM  ·  USDC</a:t>
            </a:r>
            <a:endParaRPr lang="en-US" sz="1200" dirty="0"/>
          </a:p>
        </p:txBody>
      </p:sp>
      <p:pic>
        <p:nvPicPr>
          <p:cNvPr id="4" name="Image 0" descr="Rematch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4688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IN. PLAY.</a:t>
            </a:r>
            <a:endParaRPr lang="en-US" sz="6400" dirty="0"/>
          </a:p>
          <a:p>
            <a:pPr indent="0" marL="0">
              <a:buNone/>
            </a:pPr>
            <a:r>
              <a:rPr lang="en-US" sz="6400" b="1" spc="-1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REMATCH.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548640" y="4800600"/>
            <a:ext cx="2011680" cy="73152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1v1 skill matches today  ·  multi-surface tomorrow  ·  Stack + home app ahead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EC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playingsidequest.fun/rematch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14255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71055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 — 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console rivals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 it.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Rematch is a Telegram app for 1v1 skill matches. Friends lock USDC, play (EA FC is the focus; more titles supported), prove the result with a full-time photo, and get paid — then run it back.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C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first app on Rematch Stack, a home app for every Stack experience + Rematch official, and surfaces on WhatsApp &amp; Discord so players never have to come find us.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251960"/>
            <a:ext cx="352044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251960"/>
            <a:ext cx="91440" cy="1417320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754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matches.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odds.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4251960"/>
            <a:ext cx="352044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4251960"/>
            <a:ext cx="91440" cy="1417320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4754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stake USDC.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dual escrow.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4251960"/>
            <a:ext cx="352044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4251960"/>
            <a:ext cx="91440" cy="1417320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47548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the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score.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TODAY  ·  PLATFORM AHEAD  ·  SKILL SETTLEMENT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13855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SIDEQUEST  ·  02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71055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 —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trike="sngStrike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ME, I WON.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IT. </a:t>
            </a:r>
            <a:pPr indent="0" marL="0">
              <a:buNone/>
            </a:pPr>
            <a:r>
              <a:rPr lang="en-US" sz="4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 IT.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play for pride and cash every night. Settling is messy: screenshots in DMs, disputes, no-shows, and someone holding the money. Rematch turns that chaos into a clear loop.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pot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has to hold the money — or nobody does.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4754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neutral proof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680" y="5166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arguments live forever in group chats.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rematch loop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0" y="51663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kills the "one more game" moment.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MATCHES NEED FAIR RAILS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13855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SIDEQUEST  ·  03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71055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13 —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steps. Zero drama.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057949" cy="3383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1692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1692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16921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bot.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USDC in your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 wallet.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07757" y="2194560"/>
            <a:ext cx="2057949" cy="3383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637" y="2468880"/>
            <a:ext cx="1692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990637" y="3200400"/>
            <a:ext cx="1692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90637" y="3749040"/>
            <a:ext cx="16921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friend,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stake, and game.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accept.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66873" y="2194560"/>
            <a:ext cx="2057949" cy="3383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9753" y="2468880"/>
            <a:ext cx="1692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249753" y="3200400"/>
            <a:ext cx="1692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49753" y="3749040"/>
            <a:ext cx="16921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lock USDC.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escrow.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half-deals.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25990" y="2194560"/>
            <a:ext cx="2057949" cy="3383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08870" y="2468880"/>
            <a:ext cx="1692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508870" y="3200400"/>
            <a:ext cx="1692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08870" y="3749040"/>
            <a:ext cx="16921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or AWAY.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match.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skill.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585107" y="2194560"/>
            <a:ext cx="2057949" cy="3383280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7987" y="2468880"/>
            <a:ext cx="1692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767987" y="3200400"/>
            <a:ext cx="169218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67987" y="3749040"/>
            <a:ext cx="16921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 photo in.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score.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paid.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→ ACCEPT → LOCK → PLAY → PROOF → PAYOUT → REMATCH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13855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SIDEQUEST  ·  04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71055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 — FAIRNESS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BY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is the product.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4068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48840"/>
            <a:ext cx="5440680" cy="73152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Dual-lock escrow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players lock USDC on-chain. Funds move only when the match resolves — not when one person says so.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44068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148840"/>
            <a:ext cx="5440680" cy="73152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423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full-time proof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full-time scoreline photo. Vision reads the result so the chat is not the referee.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4068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886200"/>
            <a:ext cx="5440680" cy="73152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match at a time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status, clear next action. No pile of open bets or confusing odds boards.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886200"/>
            <a:ext cx="5440680" cy="15544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886200"/>
            <a:ext cx="5440680" cy="73152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rails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caps, pause switches, rate limits, and dispute paths for edge cases.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MATCH → FAIR LOCK → PROOF → PAYOUT → REMATCH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13855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SIDEQUEST  ·  05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71055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 — PLAYERS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PLAYERS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players
</a:t>
            </a:r>
            <a:pPr indent="0" marL="0">
              <a:buNone/>
            </a:pPr>
            <a:r>
              <a:rPr lang="en-US" sz="3400" b="1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are.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Telegram-native and button-first today. Public channel for open challenges and online matchups. WhatsApp and Discord next — so users don't have to come to us.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complex wallets first. No DeFi jargon. Challenge a friend the way you already chat.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0" y="1371600"/>
            <a:ext cx="4876495" cy="4343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554480"/>
            <a:ext cx="4144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ON TELEGRAM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1938528"/>
            <a:ext cx="414497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match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235440" y="2011680"/>
            <a:ext cx="1950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match + actions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0" y="2596896"/>
            <a:ext cx="414497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26700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challenge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235440" y="2670048"/>
            <a:ext cx="1950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→ stake → game → send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0" y="3255264"/>
            <a:ext cx="414497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332841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35440" y="3328416"/>
            <a:ext cx="1950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 · online rivals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0" y="3913632"/>
            <a:ext cx="414497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35440" y="3986784"/>
            <a:ext cx="1950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+ PLAY score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0" y="4572000"/>
            <a:ext cx="4144975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4645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35440" y="4645152"/>
            <a:ext cx="1950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one tap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NOW  ·  WHATSAPP + DISCORD AHEAD  ·  PUBLIC MATCHUPS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13855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SIDEQUEST  ·  06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71055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 — PLAY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&amp; REWARDS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well. </a:t>
            </a:r>
            <a:pPr indent="0" marL="0">
              <a:buNone/>
            </a:pPr>
            <a:r>
              <a:rPr lang="en-US" sz="3600" b="1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PLAY.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points reward good behaviour — finishing matches, showing up, competing fair. Points are a score and season weight, not a promise of tokens 1:1.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5440680" cy="26060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POINTS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 score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by playing and finishing. Powers tiers, leaderboards, and season eligibility. Account-bound — not tradable.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971800"/>
            <a:ext cx="5440680" cy="2606040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$PLAY TOKEN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611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path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4160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token when seasons fund. Points weight airdrops — never claimed as 1:1. Honest by design.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≠ TOKEN  ·  SEASONS SET THE RULES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13855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SIDEQUEST  ·  07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71055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13 — RAILS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Serious rails.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surface.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+ button UX where players already are.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wallets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4340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Developer-controlled USDC wallets. Easy fund &amp; pay.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ClawEscrow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Dual-lock / resolve smart contracts on testnets.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screenshot → structured scoreline.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43400" y="5074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Arc-first · Avalanche Fuji · Base Sepolia.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3816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38160" y="5074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Caps, pause switches, rate limits, disputes.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RAILS POWER REMATCH — AND BECOME REMATCH STACK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13855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SIDEQUEST  ·  08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71055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13 — 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GAME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Stack.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that powers Rematch — exposed so other builders can create entirely new experiences on top.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611880" cy="2148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14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&amp; bots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Rematch official +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apps on Stack.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home app later.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2377440"/>
            <a:ext cx="3611880" cy="2148840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514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8346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Stack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2461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· escrow · matches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proof · PLAY · safety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multi-chain · webhooks.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611880" cy="21488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5146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28346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2461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wallets.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ClawEscrow dual-lock.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+ data store.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94415" cy="10515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709160"/>
            <a:ext cx="91440" cy="1051560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846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HOME APP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166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Long-run: one Rematch app that houses Rematch official and every app or bot built on Rematch Stack — discover, launch, play, settle in one place.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MONEY PATH  ·  REMATCH OFFICIAL + BUILDER APPS UNDER ONE ROOF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13855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SIDEQUEST  ·  09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71055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 — GROWTH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PLAY HAPPENS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the surface.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settle.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live. WhatsApp &amp; Discord next — we go where users already are, so they don't have to come to us.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43400" y="2606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434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43400" y="32461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titles already fit the rails. Focus stays on EA FC. Mobile games landing soon.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0" y="2606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matchups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38160" y="32461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Telegram channel to pick up open challenges and online matchups — not only friend tags.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Livestream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roadmap: stream the rivalry, pull spectators in, keep settlement fair underneath.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4340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4572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hub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43400" y="49377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Rematch official + every Stack-built experience. Discover and launch from one place.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38160" y="4572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to come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138160" y="49377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Tournaments, ladders, white-labels, agent matches — shipping weekly. A lot more ahead.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 FC FOCUS  ·  MORE GAMES  ·  MOBILE SOON  ·  LIVESTREAM AHEAD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13855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SIDEQUEST  ·  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71055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 — 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— AND AREN'T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4068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09728" cy="4114800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settlement for rivals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1v1 with real stakes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Multi-surface: chat → home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app on Rematch Stack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434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for Stack apps long-term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44068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AREN'T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casino or sportsbook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29400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Odds, parlays, or house edge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940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DeFi yield app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931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one chat app forever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4434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"Trust me" group-chat banking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VOICE: SHORT  ·  HUMAN  ·  COMPETITIVE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13855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SIDEQUEST  ·  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071055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 —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first. Platform next.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11880" cy="3657600"/>
          </a:xfrm>
          <a:prstGeom prst="rect">
            <a:avLst/>
          </a:prstGeom>
          <a:solidFill>
            <a:srgbClr val="229C68"/>
          </a:solidFill>
          <a:ln w="12700">
            <a:solidFill>
              <a:srgbClr val="229C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Rematch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+ public channel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7216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escrow + AI proof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41970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FC focus · more titles OK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6725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foundation (v0)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2011680"/>
            <a:ext cx="3611880" cy="3657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&amp; trust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32461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games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37216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Discord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41970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Livestream + stronger proof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46725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API · mainnet path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2011680"/>
            <a:ext cx="3611880" cy="3657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240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ecosystem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58200" y="324612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app: official + Stack apps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58200" y="37216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 &amp; white-labels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58200" y="41970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skill matches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58200" y="467258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$PLAY · a lot more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MONEY PATH  ·  A LOT MORE TO COME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13855" y="6355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 ·  SIDEQUEST  ·  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442655" y="365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 — PLAY</a:t>
            </a:r>
            <a:endParaRPr lang="en-US" sz="1100" dirty="0"/>
          </a:p>
        </p:txBody>
      </p:sp>
      <p:pic>
        <p:nvPicPr>
          <p:cNvPr id="4" name="Image 0" descr="Rematch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20240"/>
            <a:ext cx="10972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rivals.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USDC.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back.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C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settle on Rematch. Builders ship on Rematch Stack. Everyone meets in the home app.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343400"/>
            <a:ext cx="11094415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57200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89204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t.me/ClawStationOfficialBot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46778" y="457200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46778" y="489204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playingsidequest.fun/rematch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44917" y="457200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44917" y="489204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9C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Rematch Stack · home app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in. Play. Rematch.  ·  A lot more to come  ·  © sideQuest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sideQuest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Rematch by sideQuest</dc:title>
  <dc:subject>Lock in. Play. Rematch.</dc:subject>
  <dc:creator>sideQuest</dc:creator>
  <cp:lastModifiedBy>sideQuest</cp:lastModifiedBy>
  <cp:revision>1</cp:revision>
  <dcterms:created xsi:type="dcterms:W3CDTF">2026-07-27T10:53:20Z</dcterms:created>
  <dcterms:modified xsi:type="dcterms:W3CDTF">2026-07-27T10:53:20Z</dcterms:modified>
</cp:coreProperties>
</file>